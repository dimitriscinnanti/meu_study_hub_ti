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hatsApp Image 2026-09-13 at 14.05.3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57200"/>
            <a:ext cx="3017520" cy="594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82296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A136F"/>
                </a:solidFill>
              </a:rPr>
              <a:t>BOOTCAMP I • ETAPA INTERMEDIÁRIA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132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9191D"/>
                </a:solidFill>
                <a:latin typeface="Aptos Display"/>
              </a:rPr>
              <a:t>Meu Study Hub TI</a:t>
            </a:r>
          </a:p>
          <a:p>
            <a:r>
              <a:rPr sz="2100">
                <a:solidFill>
                  <a:srgbClr val="5E5E66"/>
                </a:solidFill>
              </a:rPr>
              <a:t>Repositório com versionamento e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6766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9191D"/>
                </a:solidFill>
              </a:rPr>
              <a:t>Dimitri Sofoulis Cinnanti</a:t>
            </a:r>
          </a:p>
          <a:p>
            <a:r>
              <a:rPr sz="1400">
                <a:solidFill>
                  <a:srgbClr val="5E5E66"/>
                </a:solidFill>
              </a:rPr>
              <a:t>Ciência da Computação - UniCEUB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136F"/>
                </a:solidFill>
                <a:latin typeface="Aptos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D"/>
                </a:solidFill>
                <a:latin typeface="Aptos Display"/>
              </a:rPr>
              <a:t>O que mudou nesta etapa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E5E66"/>
                </a:solidFill>
                <a:latin typeface="Aptos"/>
              </a:rPr>
              <a:t>O Study Hub deixou de ser apenas uma estrutura planejada e passou a ter versionamento, documentação e uma página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Organização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Pastas padronizadas para perfil, disciplinas, projetos, certificados e documentação.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2316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4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26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Versionamento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Histórico das versões v1.0, v1.1 e v1.2 registrado no repositório.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23160"/>
            <a:ext cx="33832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0604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GitHub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375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Portfólio web em HTML e CSS preparado para publicação pela pasta docs/.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7492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91D"/>
                </a:solidFill>
              </a:rPr>
              <a:t>Meu foco profissional continua ligado ao e-commerce e ao empreendedorismo, utilizando tecnologia como ferramenta para projetos e negócios.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136F"/>
                </a:solidFill>
                <a:latin typeface="Aptos"/>
              </a:rPr>
              <a:t>PLANEJAMENTO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D"/>
                </a:solidFill>
                <a:latin typeface="Aptos Display"/>
              </a:rPr>
              <a:t>Estrutura do repositório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E5E66"/>
                </a:solidFill>
                <a:latin typeface="Aptos"/>
              </a:rPr>
              <a:t>A organização foi mantida simples para continuar funcionando ao longo dos próximos semestres.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6629400" cy="3886200"/>
          </a:xfrm>
          <a:prstGeom prst="roundRect">
            <a:avLst/>
          </a:prstGeom>
          <a:solidFill>
            <a:srgbClr val="191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6126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nsolas"/>
              </a:rPr>
              <a:t>Meu_Study_Hub_TI/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├── 01_Apresentacao_e_Perfil/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├── 02_Disciplinas_Atuais/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│   ├── Bootcamp_I/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│   ├── Projeto_Integrador_IV/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│   ├── Seguranca_Digital/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│   ├── Sistemas_em_Tempo_Real_e_Embarcados/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│   └── Testes_e_Qualidade_de_Software/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├── 03_Projetos_e_Certificados/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├── docs/</a:t>
            </a:r>
          </a:p>
          <a:p>
            <a:r>
              <a:rPr sz="1250">
                <a:solidFill>
                  <a:srgbClr val="FFFFFF"/>
                </a:solidFill>
                <a:latin typeface="Consolas"/>
              </a:rPr>
              <a:t>└── README.md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14884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404872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Padrão das disciplinas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Atividades_e_Entregas + Anotacoes_e_Resumos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94760"/>
            <a:ext cx="3840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4050792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Documentação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480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README em cada área + planejamento + histórico de versões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136F"/>
                </a:solidFill>
                <a:latin typeface="Aptos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D"/>
                </a:solidFill>
                <a:latin typeface="Aptos Display"/>
              </a:rPr>
              <a:t>Versionamento do Study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E5E66"/>
                </a:solidFill>
                <a:latin typeface="Aptos"/>
              </a:rPr>
              <a:t>As versões registram a evolução do projeto e deixam claro o que foi alterado em cada etapa.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3657600"/>
            <a:ext cx="9418320" cy="54864"/>
          </a:xfrm>
          <a:prstGeom prst="rect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3383280"/>
            <a:ext cx="594360" cy="594360"/>
          </a:xfrm>
          <a:prstGeom prst="ellipse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800">
                <a:solidFill>
                  <a:srgbClr val="9A136F"/>
                </a:solidFill>
              </a:rPr>
              <a:t>v1.0</a:t>
            </a:r>
          </a:p>
          <a:p>
            <a:pPr algn="ctr"/>
            <a:r>
              <a:rPr b="1" sz="1300">
                <a:solidFill>
                  <a:srgbClr val="19191D"/>
                </a:solidFill>
              </a:rPr>
              <a:t>Estrutura inicial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5E5E66"/>
                </a:solidFill>
              </a:rPr>
              <a:t>Perfil, disciplinas e projetos.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383280"/>
            <a:ext cx="594360" cy="594360"/>
          </a:xfrm>
          <a:prstGeom prst="ellipse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2402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800">
                <a:solidFill>
                  <a:srgbClr val="9A136F"/>
                </a:solidFill>
              </a:rPr>
              <a:t>v1.1</a:t>
            </a:r>
          </a:p>
          <a:p>
            <a:pPr algn="ctr"/>
            <a:r>
              <a:rPr b="1" sz="1300">
                <a:solidFill>
                  <a:srgbClr val="19191D"/>
                </a:solidFill>
              </a:rPr>
              <a:t>Organização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1605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5E5E66"/>
                </a:solidFill>
              </a:rPr>
              <a:t>READMEs, planejamento e padrão das pastas.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0" y="3383280"/>
            <a:ext cx="594360" cy="594360"/>
          </a:xfrm>
          <a:prstGeom prst="ellipse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24028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800">
                <a:solidFill>
                  <a:srgbClr val="9A136F"/>
                </a:solidFill>
              </a:rPr>
              <a:t>v1.2</a:t>
            </a:r>
          </a:p>
          <a:p>
            <a:pPr algn="ctr"/>
            <a:r>
              <a:rPr b="1" sz="1300">
                <a:solidFill>
                  <a:srgbClr val="19191D"/>
                </a:solidFill>
              </a:rPr>
              <a:t>Etapa intermediária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416052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5E5E66"/>
                </a:solidFill>
              </a:rPr>
              <a:t>Portfólio web e GitHub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136F"/>
                </a:solidFill>
                <a:latin typeface="Aptos"/>
              </a:rPr>
              <a:t>GITHUB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D"/>
                </a:solidFill>
                <a:latin typeface="Aptos Display"/>
              </a:rPr>
              <a:t>Portfólio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E5E66"/>
                </a:solidFill>
                <a:latin typeface="Aptos"/>
              </a:rPr>
              <a:t>Página criada com HTML e CSS para reunir o perfil, as disciplinas, a estrutura do repositório e os materiais da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7498079" cy="3886200"/>
          </a:xfrm>
          <a:prstGeom prst="roundRect">
            <a:avLst/>
          </a:prstGeom>
          <a:solidFill>
            <a:srgbClr val="EEEEF2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49039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E5E66"/>
                </a:solidFill>
              </a:rPr>
              <a:t>Prévia do GitHub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214884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40487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Conteúdo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834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Perfil, disciplinas, estrutura e versões.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79476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050792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Publicação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480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Branch main + pasta /docs.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5</a:t>
            </a:r>
          </a:p>
        </p:txBody>
      </p:sp>
      <p:pic>
        <p:nvPicPr>
          <p:cNvPr id="16" name="Picture 15" descr="site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67712"/>
            <a:ext cx="7269480" cy="36393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46920" y="93268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9A136F"/>
                </a:solidFill>
              </a:rPr>
              <a:t>Projeto web v1.0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9A136F"/>
                </a:solidFill>
                <a:latin typeface="Aptos"/>
              </a:rPr>
              <a:t>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D"/>
                </a:solidFill>
                <a:latin typeface="Aptos Display"/>
              </a:rPr>
              <a:t>Resultado da etapa intermediária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E5E66"/>
                </a:solidFill>
                <a:latin typeface="Aptos"/>
              </a:rPr>
              <a:t>O repositório fica pronto para consulta pública e para continuar recebendo novos projetos e materiais.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Repositório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github.com/DimitriSCinnanti/Meu_Study_Hub_TI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GitHub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Página pública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dimitriscinnanti.github.io/Meu_Study_Hub_TI/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24028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4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A136F"/>
                </a:solidFill>
              </a:rPr>
              <a:t>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191D"/>
                </a:solidFill>
                <a:latin typeface="Aptos Display"/>
              </a:rPr>
              <a:t>Apresentação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E5E66"/>
                </a:solidFill>
              </a:rPr>
              <a:t>Vídeo de aproximadamente 5 minutos publicado no YouTube.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98348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9191D"/>
                </a:solidFill>
              </a:rPr>
              <a:t>Dimitri Cinnanti • Ciência da Computação - UniCEUB</a:t>
            </a:r>
          </a:p>
          <a:p>
            <a:r>
              <a:rPr sz="1300">
                <a:solidFill>
                  <a:srgbClr val="9A136F"/>
                </a:solidFill>
              </a:rPr>
              <a:t>dimitri.cinnanti@gmail.com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519672"/>
            <a:ext cx="10881360" cy="27432"/>
          </a:xfrm>
          <a:prstGeom prst="rect">
            <a:avLst/>
          </a:prstGeom>
          <a:solidFill>
            <a:srgbClr val="9A13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32764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5E66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