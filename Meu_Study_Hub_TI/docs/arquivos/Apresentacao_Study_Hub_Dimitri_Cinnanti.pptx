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1A7A"/>
          </a:solidFill>
          <a:ln w="12700">
            <a:solidFill>
              <a:srgbClr val="5B1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Dimitri Cinnanti • Study Hub TI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561320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imitriSCinnanti/Meu_Study_Hub_TI" TargetMode="External"/><Relationship Id="rId1" Type="http://schemas.openxmlformats.org/officeDocument/2006/relationships/image" Target="../media/image-1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imitriSCinnanti/Meu_Study_Hub_TI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mnt/data/WhatsApp Image 2026-09-13 at 14.05.31.jpeg">    </p:cNvPr>
          <p:cNvPicPr>
            <a:picLocks noChangeAspect="1"/>
          </p:cNvPicPr>
          <p:nvPr/>
        </p:nvPicPr>
        <p:blipFill>
          <a:blip r:embed="rId1"/>
          <a:srcRect l="5000" r="-35041" t="2000" b="2000"/>
          <a:stretch/>
        </p:blipFill>
        <p:spPr>
          <a:xfrm>
            <a:off x="6537960" y="0"/>
            <a:ext cx="565373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37960" y="0"/>
            <a:ext cx="5653735" cy="6858000"/>
          </a:xfrm>
          <a:prstGeom prst="rect">
            <a:avLst/>
          </a:prstGeom>
          <a:solidFill>
            <a:srgbClr val="1B1020">
              <a:alpha val="62000"/>
            </a:srgbClr>
          </a:solidFill>
          <a:ln w="12700">
            <a:solidFill>
              <a:srgbClr val="1B102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1080000">
            <a:off x="-548640" y="-822960"/>
            <a:ext cx="2468880" cy="2468880"/>
          </a:xfrm>
          <a:prstGeom prst="arc">
            <a:avLst/>
          </a:prstGeom>
          <a:solidFill>
            <a:srgbClr val="FFFFFF">
              <a:alpha val="0"/>
            </a:srgbClr>
          </a:solidFill>
          <a:ln w="152400">
            <a:solidFill>
              <a:srgbClr val="5B1A7A">
                <a:alpha val="8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12840000">
            <a:off x="4937760" y="-5486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E4007F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2344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5B1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HUB TI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749808" y="19659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da organização acadêmica e profissional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749808" y="2788920"/>
            <a:ext cx="1143000" cy="0"/>
          </a:xfrm>
          <a:prstGeom prst="line">
            <a:avLst/>
          </a:prstGeom>
          <a:noFill/>
          <a:ln w="38100">
            <a:solidFill>
              <a:srgbClr val="E400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29992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Dimitri Cinnanti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49808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da Computação • UniCEUB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" y="406908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5B1A7A"/>
          </a:solidFill>
          <a:ln w="12700">
            <a:solidFill>
              <a:srgbClr val="5B1A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4146804"/>
            <a:ext cx="1106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212848" y="40690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4007F"/>
          </a:solidFill>
          <a:ln w="12700">
            <a:solidFill>
              <a:srgbClr val="E4007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22576" y="4146804"/>
            <a:ext cx="1472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inicial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 de 2026</a:t>
            </a:r>
            <a:endParaRPr lang="en-US" sz="1100" dirty="0"/>
          </a:p>
        </p:txBody>
      </p:sp>
      <p:sp>
        <p:nvSpPr>
          <p:cNvPr id="17" name="Text 14">
            <a:hlinkClick r:id="rId2" tooltip=""/>
          </p:cNvPr>
          <p:cNvSpPr/>
          <p:nvPr/>
        </p:nvSpPr>
        <p:spPr>
          <a:xfrm>
            <a:off x="749808" y="59710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5B1A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github.com/DimitriSCinnanti/Meu_Study_Hub_TI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pouco sobre mim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 formação é em tecnologia, mas meu foco profissional hoje está ligado aos negócios digitais.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10927080" cy="0"/>
          </a:xfrm>
          <a:prstGeom prst="line">
            <a:avLst/>
          </a:prstGeom>
          <a:noFill/>
          <a:ln w="15240">
            <a:solidFill>
              <a:srgbClr val="DE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54480"/>
            <a:ext cx="3154680" cy="4434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D8E2"/>
            </a:solidFill>
            <a:prstDash val="solid"/>
          </a:ln>
        </p:spPr>
      </p:sp>
      <p:pic>
        <p:nvPicPr>
          <p:cNvPr id="6" name="Image 0" descr="/mnt/data/WhatsApp Image 2026-09-13 at 14.05.31.jpeg">    </p:cNvPr>
          <p:cNvPicPr>
            <a:picLocks noChangeAspect="1"/>
          </p:cNvPicPr>
          <p:nvPr/>
        </p:nvPicPr>
        <p:blipFill>
          <a:blip r:embed="rId1"/>
          <a:srcRect l="6000" r="-25631" t="12000" b="14000"/>
          <a:stretch/>
        </p:blipFill>
        <p:spPr>
          <a:xfrm>
            <a:off x="841248" y="1783080"/>
            <a:ext cx="2788920" cy="28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4800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Dimitri Cinnanti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" y="52303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Estudante de Ciência da Computação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7190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5B1A7A"/>
          </a:solidFill>
          <a:ln w="12700">
            <a:solidFill>
              <a:srgbClr val="5B1A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25696" y="1796796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82512" y="1719072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E4007F"/>
          </a:solidFill>
          <a:ln w="12700">
            <a:solidFill>
              <a:srgbClr val="E4007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796796"/>
            <a:ext cx="1746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Empreendedorismo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485632" y="17190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7E2E91"/>
          </a:solidFill>
          <a:ln w="12700">
            <a:solidFill>
              <a:srgbClr val="7E2E9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0" y="1796796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aplicada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15968" y="2331720"/>
            <a:ext cx="6995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Atualmente, eu atuo diretamente com e-commerce e acompanho de perto as operações da Cinnanti E-commerce e da Compre Já. Meu interesse maior está em entender como a tecnologia pode ajudar a organizar processos, apoiar decisões e melhorar a operação dos negócios.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4315968" y="4005072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D8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15968" y="4005072"/>
            <a:ext cx="73152" cy="1463040"/>
          </a:xfrm>
          <a:prstGeom prst="rect">
            <a:avLst/>
          </a:prstGeom>
          <a:solidFill>
            <a:srgbClr val="5B1A7A"/>
          </a:solidFill>
          <a:ln w="12700">
            <a:solidFill>
              <a:srgbClr val="5B1A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17136" y="4169664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Cinnanti E-commerce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17136" y="4526280"/>
            <a:ext cx="29900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de e-commerce, marketplaces, produtos, fornecedores e atendimento.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73568" y="4005072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D8E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73568" y="4005072"/>
            <a:ext cx="73152" cy="1463040"/>
          </a:xfrm>
          <a:prstGeom prst="rect">
            <a:avLst/>
          </a:prstGeom>
          <a:solidFill>
            <a:srgbClr val="E4007F"/>
          </a:solidFill>
          <a:ln w="12700">
            <a:solidFill>
              <a:srgbClr val="E4007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74736" y="4169664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 Já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174736" y="4526280"/>
            <a:ext cx="29900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uma segunda operação de vendas online, com foco em organização e crescimento.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eu quero organizar com o Study Hub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 é ter um lugar único para acompanhar o que estou fazendo ao longo do curso.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10927080" cy="0"/>
          </a:xfrm>
          <a:prstGeom prst="line">
            <a:avLst/>
          </a:prstGeom>
          <a:noFill/>
          <a:ln w="15240">
            <a:solidFill>
              <a:srgbClr val="DE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4592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ED8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645920"/>
            <a:ext cx="73152" cy="3429000"/>
          </a:xfrm>
          <a:prstGeom prst="rect">
            <a:avLst/>
          </a:prstGeom>
          <a:solidFill>
            <a:srgbClr val="5B1A7A"/>
          </a:solidFill>
          <a:ln w="12700">
            <a:solidFill>
              <a:srgbClr val="5B1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8105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Matérias do semestre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2167128"/>
            <a:ext cx="3081528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cada disciplina em uma pasta própria, mantendo atividades, entregas e anotações no mesmo lugar.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9976" y="164592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E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9976" y="1645920"/>
            <a:ext cx="73152" cy="3429000"/>
          </a:xfrm>
          <a:prstGeom prst="rect">
            <a:avLst/>
          </a:prstGeom>
          <a:solidFill>
            <a:srgbClr val="E4007F"/>
          </a:solidFill>
          <a:ln w="12700">
            <a:solidFill>
              <a:srgbClr val="E400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8105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Evolução acadêmica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1144" y="2167128"/>
            <a:ext cx="3081528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o que foi produzido durante o semestre e deixar o material fácil de encontrar depois.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10144" y="164592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ED8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1645920"/>
            <a:ext cx="73152" cy="3429000"/>
          </a:xfrm>
          <a:prstGeom prst="rect">
            <a:avLst/>
          </a:prstGeom>
          <a:solidFill>
            <a:srgbClr val="7E2E91"/>
          </a:solidFill>
          <a:ln w="12700">
            <a:solidFill>
              <a:srgbClr val="7E2E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8105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Projetos e certificados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11312" y="2167128"/>
            <a:ext cx="3081528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projetos acadêmicos e pessoais, além de certificados que façam sentido para a minha formação.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417320" y="5440680"/>
            <a:ext cx="9418320" cy="530352"/>
          </a:xfrm>
          <a:prstGeom prst="roundRect">
            <a:avLst>
              <a:gd name="adj" fmla="val 31034"/>
            </a:avLst>
          </a:prstGeom>
          <a:solidFill>
            <a:srgbClr val="EEE5F2"/>
          </a:solidFill>
          <a:ln w="12700">
            <a:solidFill>
              <a:srgbClr val="EEE5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557784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Quero que o repositório fique simples de consultar, fácil de manter e útil também no futuro.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planejada do GitHub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repositório terá uma estrutura simples, com três áreas principais.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10927080" cy="0"/>
          </a:xfrm>
          <a:prstGeom prst="line">
            <a:avLst/>
          </a:prstGeom>
          <a:noFill/>
          <a:ln w="15240">
            <a:solidFill>
              <a:srgbClr val="DE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00784"/>
            <a:ext cx="2743200" cy="676656"/>
          </a:xfrm>
          <a:prstGeom prst="roundRect">
            <a:avLst>
              <a:gd name="adj" fmla="val 13514"/>
            </a:avLst>
          </a:prstGeom>
          <a:solidFill>
            <a:srgbClr val="5B1A7A"/>
          </a:solidFill>
          <a:ln w="12700">
            <a:solidFill>
              <a:srgbClr val="5B1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928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Meu_Study_Hub_TI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21408" y="2377440"/>
            <a:ext cx="0" cy="2761488"/>
          </a:xfrm>
          <a:prstGeom prst="line">
            <a:avLst/>
          </a:prstGeom>
          <a:noFill/>
          <a:ln w="25400">
            <a:solidFill>
              <a:srgbClr val="5B1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21408" y="3099816"/>
            <a:ext cx="914400" cy="0"/>
          </a:xfrm>
          <a:prstGeom prst="line">
            <a:avLst/>
          </a:prstGeom>
          <a:noFill/>
          <a:ln w="25400">
            <a:solidFill>
              <a:srgbClr val="5B1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2761488"/>
            <a:ext cx="37947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20320">
            <a:solidFill>
              <a:srgbClr val="5B1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2880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01_Apresentacao_e_Perfil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178040" y="28620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Informações pessoais, biografia e contatos.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2121408" y="4133088"/>
            <a:ext cx="914400" cy="0"/>
          </a:xfrm>
          <a:prstGeom prst="line">
            <a:avLst/>
          </a:prstGeom>
          <a:noFill/>
          <a:ln w="25400">
            <a:solidFill>
              <a:srgbClr val="E400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3794760"/>
            <a:ext cx="37947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20320">
            <a:solidFill>
              <a:srgbClr val="E400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39136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02_Disciplinas_Atuais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178040" y="38953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pasta para cada matéria do semestre.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2121408" y="5166360"/>
            <a:ext cx="914400" cy="0"/>
          </a:xfrm>
          <a:prstGeom prst="line">
            <a:avLst/>
          </a:prstGeom>
          <a:noFill/>
          <a:ln w="25400">
            <a:solidFill>
              <a:srgbClr val="7E2E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4828032"/>
            <a:ext cx="37947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20320">
            <a:solidFill>
              <a:srgbClr val="7E2E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49469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03_Projetos_e_Certificados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178040" y="49286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desenvolvidos e certificados.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315200" y="1691640"/>
            <a:ext cx="3886200" cy="731520"/>
          </a:xfrm>
          <a:prstGeom prst="roundRect">
            <a:avLst>
              <a:gd name="adj" fmla="val 15000"/>
            </a:avLst>
          </a:prstGeom>
          <a:solidFill>
            <a:srgbClr val="F1EDF4"/>
          </a:solidFill>
          <a:ln w="12700">
            <a:solidFill>
              <a:srgbClr val="F1ED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18745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1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de nomes simples e iguais para facilitar a navegação.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Disciplinas deste semestre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são as matérias que vão ficar dentro da pasta 02_Disciplinas_Atuais.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10927080" cy="0"/>
          </a:xfrm>
          <a:prstGeom prst="line">
            <a:avLst/>
          </a:prstGeom>
          <a:noFill/>
          <a:ln w="15240">
            <a:solidFill>
              <a:srgbClr val="DE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72768"/>
            <a:ext cx="1056132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ED8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83080"/>
            <a:ext cx="347472" cy="347472"/>
          </a:xfrm>
          <a:prstGeom prst="ellipse">
            <a:avLst/>
          </a:prstGeom>
          <a:solidFill>
            <a:srgbClr val="5B1A7A"/>
          </a:solidFill>
          <a:ln w="12700">
            <a:solidFill>
              <a:srgbClr val="5B1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5166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536192" y="17373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I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709160" y="1728216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do Study Hub e entregas do projeto.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86384" y="2505456"/>
            <a:ext cx="1056132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E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715768"/>
            <a:ext cx="347472" cy="347472"/>
          </a:xfrm>
          <a:prstGeom prst="ellipse">
            <a:avLst/>
          </a:prstGeom>
          <a:solidFill>
            <a:srgbClr val="E4007F"/>
          </a:solidFill>
          <a:ln w="12700">
            <a:solidFill>
              <a:srgbClr val="E400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78434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1536192" y="26700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Integrador IV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4709160" y="2660904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Projetos, documentação e atividades integradoras.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86384" y="3438144"/>
            <a:ext cx="1056132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ED8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648456"/>
            <a:ext cx="347472" cy="347472"/>
          </a:xfrm>
          <a:prstGeom prst="ellipse">
            <a:avLst/>
          </a:prstGeom>
          <a:solidFill>
            <a:srgbClr val="5B1A7A"/>
          </a:solidFill>
          <a:ln w="12700">
            <a:solidFill>
              <a:srgbClr val="5B1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71703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536192" y="36027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Digital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4709160" y="359359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Anotações, exercícios e materiais da disciplina.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86384" y="4370832"/>
            <a:ext cx="1056132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ED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4581144"/>
            <a:ext cx="347472" cy="347472"/>
          </a:xfrm>
          <a:prstGeom prst="ellipse">
            <a:avLst/>
          </a:prstGeom>
          <a:solidFill>
            <a:srgbClr val="E4007F"/>
          </a:solidFill>
          <a:ln w="12700">
            <a:solidFill>
              <a:srgbClr val="E400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64972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1536192" y="453542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em Tempo Real e Embarcados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4709160" y="452628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Exercícios, anotações e projetos da matéria.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86384" y="5303520"/>
            <a:ext cx="1056132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ED8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513832"/>
            <a:ext cx="347472" cy="347472"/>
          </a:xfrm>
          <a:prstGeom prst="ellipse">
            <a:avLst/>
          </a:prstGeom>
          <a:solidFill>
            <a:srgbClr val="5B1A7A"/>
          </a:solidFill>
          <a:ln w="12700">
            <a:solidFill>
              <a:srgbClr val="5B1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58241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1536192" y="5468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e Qualidade de Software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4709160" y="545896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Trabalhos, plano de testes e materiais de estudo.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dentro de cada matéria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estrutura será repetida para manter tudo organizado.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10927080" cy="0"/>
          </a:xfrm>
          <a:prstGeom prst="line">
            <a:avLst/>
          </a:prstGeom>
          <a:noFill/>
          <a:ln w="15240">
            <a:solidFill>
              <a:srgbClr val="DE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00784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5B1A7A"/>
          </a:solidFill>
          <a:ln w="12700">
            <a:solidFill>
              <a:srgbClr val="5B1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90195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[Nome_da_Disciplina]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70048" y="2377440"/>
            <a:ext cx="0" cy="475488"/>
          </a:xfrm>
          <a:prstGeom prst="line">
            <a:avLst/>
          </a:prstGeom>
          <a:noFill/>
          <a:ln w="25400">
            <a:solidFill>
              <a:srgbClr val="5B1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0048" y="2788920"/>
            <a:ext cx="640080" cy="0"/>
          </a:xfrm>
          <a:prstGeom prst="line">
            <a:avLst/>
          </a:prstGeom>
          <a:noFill/>
          <a:ln w="25400">
            <a:solidFill>
              <a:srgbClr val="5B1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73552" y="2505456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5B1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26883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84848" y="258775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rápido sobre a matéria e o que foi organizado.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2670048" y="3419856"/>
            <a:ext cx="0" cy="475488"/>
          </a:xfrm>
          <a:prstGeom prst="line">
            <a:avLst/>
          </a:prstGeom>
          <a:noFill/>
          <a:ln w="25400">
            <a:solidFill>
              <a:srgbClr val="E400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0048" y="3831336"/>
            <a:ext cx="640080" cy="0"/>
          </a:xfrm>
          <a:prstGeom prst="line">
            <a:avLst/>
          </a:prstGeom>
          <a:noFill/>
          <a:ln w="25400">
            <a:solidFill>
              <a:srgbClr val="E400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73552" y="3547872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E400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3730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Atividades_e_Entregas/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84848" y="363016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Trabalhos, exercícios e arquivos que precisam ser entregues.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2670048" y="4462272"/>
            <a:ext cx="0" cy="475488"/>
          </a:xfrm>
          <a:prstGeom prst="line">
            <a:avLst/>
          </a:prstGeom>
          <a:noFill/>
          <a:ln w="25400">
            <a:solidFill>
              <a:srgbClr val="5B1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70048" y="4873752"/>
            <a:ext cx="640080" cy="0"/>
          </a:xfrm>
          <a:prstGeom prst="line">
            <a:avLst/>
          </a:prstGeom>
          <a:noFill/>
          <a:ln w="25400">
            <a:solidFill>
              <a:srgbClr val="5B1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4590288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5B1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47731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Anotacoes_e_Resumos/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84848" y="467258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de estudo, resumos e materiais de apoio.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6903720" y="4983480"/>
            <a:ext cx="4251960" cy="841248"/>
          </a:xfrm>
          <a:prstGeom prst="roundRect">
            <a:avLst>
              <a:gd name="adj" fmla="val 13043"/>
            </a:avLst>
          </a:prstGeom>
          <a:solidFill>
            <a:srgbClr val="F7D9EB"/>
          </a:solidFill>
          <a:ln w="12700">
            <a:solidFill>
              <a:srgbClr val="F7D9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523951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5B1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principal é manter o mesmo padrão em todas as matérias.</a:t>
            </a:r>
            <a:endParaRPr lang="en-US" sz="13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eu vejo esse projeto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do que guardar arquivos, quero que o Study Hub acompanhe minha evolução durante o curso.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10927080" cy="0"/>
          </a:xfrm>
          <a:prstGeom prst="line">
            <a:avLst/>
          </a:prstGeom>
          <a:noFill/>
          <a:ln w="15240">
            <a:solidFill>
              <a:srgbClr val="DE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4168" y="1874520"/>
            <a:ext cx="1152144" cy="1152144"/>
          </a:xfrm>
          <a:prstGeom prst="ellipse">
            <a:avLst/>
          </a:prstGeom>
          <a:solidFill>
            <a:srgbClr val="5B1A7A"/>
          </a:solidFill>
          <a:ln w="12700">
            <a:solidFill>
              <a:srgbClr val="5B1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2212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matérias, entregas e aprendizado.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504688" y="1874520"/>
            <a:ext cx="1152144" cy="1152144"/>
          </a:xfrm>
          <a:prstGeom prst="ellipse">
            <a:avLst/>
          </a:prstGeom>
          <a:solidFill>
            <a:srgbClr val="E4007F"/>
          </a:solidFill>
          <a:ln w="12700">
            <a:solidFill>
              <a:srgbClr val="E400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2212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3337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54880" y="3703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 que aprendo para criar soluções e melhorar processos.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9665208" y="1874520"/>
            <a:ext cx="1152144" cy="1152144"/>
          </a:xfrm>
          <a:prstGeom prst="ellipse">
            <a:avLst/>
          </a:prstGeom>
          <a:solidFill>
            <a:srgbClr val="7E2E91"/>
          </a:solidFill>
          <a:ln w="12700">
            <a:solidFill>
              <a:srgbClr val="7E2E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0" y="2212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15400" y="3337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1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NEGÓCIOS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915400" y="3703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6E6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a graduação com meu trabalho em e-commerce.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2514600" y="2450592"/>
            <a:ext cx="2944368" cy="0"/>
          </a:xfrm>
          <a:prstGeom prst="line">
            <a:avLst/>
          </a:prstGeom>
          <a:noFill/>
          <a:ln w="25400">
            <a:solidFill>
              <a:srgbClr val="DED8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2450592"/>
            <a:ext cx="2944368" cy="0"/>
          </a:xfrm>
          <a:prstGeom prst="line">
            <a:avLst/>
          </a:prstGeom>
          <a:noFill/>
          <a:ln w="25400">
            <a:solidFill>
              <a:srgbClr val="DE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4520" y="5166360"/>
            <a:ext cx="8458200" cy="694944"/>
          </a:xfrm>
          <a:prstGeom prst="roundRect">
            <a:avLst>
              <a:gd name="adj" fmla="val 23684"/>
            </a:avLst>
          </a:prstGeom>
          <a:solidFill>
            <a:srgbClr val="F1EDF4"/>
          </a:solidFill>
          <a:ln w="12700">
            <a:solidFill>
              <a:srgbClr val="F1EDF4"/>
            </a:solidFill>
            <a:prstDash val="solid"/>
          </a:ln>
        </p:spPr>
      </p:sp>
      <p:sp>
        <p:nvSpPr>
          <p:cNvPr id="20" name="Text 18">
            <a:hlinkClick r:id="rId1" tooltip=""/>
          </p:cNvPr>
          <p:cNvSpPr/>
          <p:nvPr/>
        </p:nvSpPr>
        <p:spPr>
          <a:xfrm>
            <a:off x="2148840" y="5394960"/>
            <a:ext cx="790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u="sng" dirty="0">
                <a:solidFill>
                  <a:srgbClr val="5B1A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Repositório: github.com/DimitriSCinnanti/Meu_Study_Hub_TI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17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UniCEUB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Hub TI - Dimitri Cinnanti</dc:title>
  <dc:subject>Study Hub TI - Etapa Inicial - Bootcamp I</dc:subject>
  <dc:creator>Dimitri Cinnanti</dc:creator>
  <cp:lastModifiedBy>Dimitri Cinnanti</cp:lastModifiedBy>
  <cp:revision>1</cp:revision>
  <dcterms:created xsi:type="dcterms:W3CDTF">2026-09-13T19:54:39Z</dcterms:created>
  <dcterms:modified xsi:type="dcterms:W3CDTF">2026-09-13T19:54:39Z</dcterms:modified>
</cp:coreProperties>
</file>